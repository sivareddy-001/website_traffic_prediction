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5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3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0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4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5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7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0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9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0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5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6544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47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0103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20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5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63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38" y="2800874"/>
            <a:ext cx="7166117" cy="188018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  WEBSITE TRAFFIC PREDICTION USING POLYNOMIAL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4177F-0F62-DB84-91B4-E6D38B527E99}"/>
              </a:ext>
            </a:extLst>
          </p:cNvPr>
          <p:cNvSpPr txBox="1"/>
          <p:nvPr/>
        </p:nvSpPr>
        <p:spPr>
          <a:xfrm>
            <a:off x="5008228" y="4026716"/>
            <a:ext cx="364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Presented by </a:t>
            </a:r>
          </a:p>
          <a:p>
            <a:r>
              <a:rPr lang="en-IN" dirty="0"/>
              <a:t> 		Siva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32069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252869"/>
            <a:ext cx="6347714" cy="3880773"/>
          </a:xfrm>
        </p:spPr>
        <p:txBody>
          <a:bodyPr>
            <a:normAutofit/>
          </a:bodyPr>
          <a:lstStyle/>
          <a:p>
            <a:r>
              <a:rPr sz="2000" dirty="0"/>
              <a:t>Predict website visitors using historical traffic data</a:t>
            </a:r>
          </a:p>
          <a:p>
            <a:r>
              <a:rPr sz="2000" dirty="0"/>
              <a:t>Understand relationship between sessions, pages, and visitors</a:t>
            </a:r>
          </a:p>
          <a:p>
            <a:r>
              <a:rPr sz="2000" dirty="0"/>
              <a:t>Apply </a:t>
            </a:r>
            <a:r>
              <a:rPr lang="en-IN" sz="2000" dirty="0"/>
              <a:t>Polynomial</a:t>
            </a:r>
            <a:r>
              <a:rPr sz="2000" dirty="0"/>
              <a:t> Regression for prediction</a:t>
            </a:r>
          </a:p>
          <a:p>
            <a:r>
              <a:rPr sz="2000" dirty="0"/>
              <a:t>Visualize data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437153" cy="3880773"/>
          </a:xfrm>
        </p:spPr>
        <p:txBody>
          <a:bodyPr>
            <a:normAutofit/>
          </a:bodyPr>
          <a:lstStyle/>
          <a:p>
            <a:r>
              <a:rPr sz="2400" dirty="0"/>
              <a:t> Dataset: Website Traffic Dataset</a:t>
            </a:r>
          </a:p>
          <a:p>
            <a:r>
              <a:rPr sz="2400" dirty="0"/>
              <a:t> Contains information about website activity</a:t>
            </a:r>
          </a:p>
          <a:p>
            <a:r>
              <a:rPr sz="2400" dirty="0"/>
              <a:t> Includes sessions, pages viewed, and visitors</a:t>
            </a:r>
          </a:p>
          <a:p>
            <a:r>
              <a:rPr sz="2400" dirty="0"/>
              <a:t> Used to analyze traffic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45828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Dataset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 Date – Day of website activity</a:t>
            </a:r>
          </a:p>
          <a:p>
            <a:r>
              <a:rPr sz="2800" dirty="0"/>
              <a:t> Sessions – Number of user visits</a:t>
            </a:r>
          </a:p>
          <a:p>
            <a:r>
              <a:rPr sz="2800" dirty="0"/>
              <a:t> Pages – Average pages viewed per session</a:t>
            </a:r>
          </a:p>
          <a:p>
            <a:r>
              <a:rPr sz="2800" dirty="0"/>
              <a:t> Visitors – Total website visitors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64" y="1188441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509241"/>
            <a:ext cx="6347714" cy="3880773"/>
          </a:xfrm>
        </p:spPr>
        <p:txBody>
          <a:bodyPr>
            <a:normAutofit/>
          </a:bodyPr>
          <a:lstStyle/>
          <a:p>
            <a:r>
              <a:rPr sz="2400" dirty="0"/>
              <a:t> Python Programming</a:t>
            </a:r>
          </a:p>
          <a:p>
            <a:r>
              <a:rPr sz="2400" dirty="0"/>
              <a:t> Pandas – Data manipulation</a:t>
            </a:r>
          </a:p>
          <a:p>
            <a:r>
              <a:rPr sz="2400" dirty="0"/>
              <a:t>Matplotlib &amp; Seaborn – Data visualization</a:t>
            </a:r>
          </a:p>
          <a:p>
            <a:r>
              <a:rPr sz="2400" dirty="0"/>
              <a:t> Scikit‑Learn – Machine Learning model</a:t>
            </a:r>
            <a:endParaRPr lang="en-IN" sz="2400" dirty="0"/>
          </a:p>
          <a:p>
            <a:r>
              <a:rPr lang="en-IN" sz="2400" dirty="0"/>
              <a:t>Using Polynomial Regression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596" y="648475"/>
            <a:ext cx="6347713" cy="1320800"/>
          </a:xfrm>
        </p:spPr>
        <p:txBody>
          <a:bodyPr>
            <a:normAutofit/>
          </a:bodyPr>
          <a:lstStyle/>
          <a:p>
            <a:r>
              <a:rPr lang="en-IN" sz="3200" b="1" dirty="0"/>
              <a:t>Linear Regression Visualization</a:t>
            </a:r>
            <a:endParaRPr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3530BB-0343-7E82-17E3-12EED2E07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96" y="1413505"/>
            <a:ext cx="6680434" cy="46598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522B-601A-291F-9D97-BA06FEC4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41" y="609600"/>
            <a:ext cx="7210452" cy="1320800"/>
          </a:xfrm>
        </p:spPr>
        <p:txBody>
          <a:bodyPr>
            <a:normAutofit/>
          </a:bodyPr>
          <a:lstStyle/>
          <a:p>
            <a:r>
              <a:rPr lang="en-IN" sz="3200" b="1" dirty="0"/>
              <a:t>Polynomial Regression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5263B7-B740-0EA0-E921-57630FD5F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640" y="1397190"/>
            <a:ext cx="6757446" cy="42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9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05452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 Analyzed relationships between variables</a:t>
            </a:r>
          </a:p>
          <a:p>
            <a:r>
              <a:rPr sz="2400" dirty="0"/>
              <a:t> Used correlation heatmap</a:t>
            </a:r>
          </a:p>
          <a:p>
            <a:r>
              <a:rPr sz="2400" dirty="0"/>
              <a:t> Identified strong relationships between features</a:t>
            </a:r>
          </a:p>
          <a:p>
            <a:r>
              <a:rPr sz="2400" dirty="0"/>
              <a:t> Visualized data patterns for better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420D-9E5D-A4C2-C005-2D4A73F4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Heat Map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812BE-5C64-36CD-AF45-6E4A0BDD3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320" y="1574359"/>
            <a:ext cx="6280269" cy="438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0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9790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 Selected input features: Sessions</a:t>
            </a:r>
          </a:p>
          <a:p>
            <a:r>
              <a:rPr sz="2400" dirty="0"/>
              <a:t> Target variable: Visitors</a:t>
            </a:r>
          </a:p>
          <a:p>
            <a:r>
              <a:rPr sz="2400" dirty="0"/>
              <a:t> Split dataset into training and testing data</a:t>
            </a:r>
          </a:p>
          <a:p>
            <a:r>
              <a:rPr sz="2400" dirty="0"/>
              <a:t> Applied </a:t>
            </a:r>
            <a:r>
              <a:rPr lang="en-IN" sz="2400" dirty="0"/>
              <a:t>Polynomial</a:t>
            </a:r>
            <a:r>
              <a:rPr sz="2400" dirty="0"/>
              <a:t> Regression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9790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/>
              <a:t>Model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672045" cy="3880773"/>
          </a:xfrm>
        </p:spPr>
        <p:txBody>
          <a:bodyPr>
            <a:normAutofit/>
          </a:bodyPr>
          <a:lstStyle/>
          <a:p>
            <a:r>
              <a:rPr sz="2400" dirty="0"/>
              <a:t>• Model trained using training dataset</a:t>
            </a:r>
          </a:p>
          <a:p>
            <a:r>
              <a:rPr sz="2400" dirty="0"/>
              <a:t>• Used testing data for prediction</a:t>
            </a:r>
          </a:p>
          <a:p>
            <a:r>
              <a:rPr sz="2400" dirty="0"/>
              <a:t>• Predicted visitor values using trained model</a:t>
            </a:r>
            <a:endParaRPr lang="en-IN" sz="2400" dirty="0"/>
          </a:p>
          <a:p>
            <a:r>
              <a:rPr lang="en-IN" sz="2400" dirty="0"/>
              <a:t> IF R^2 Score in b/w [0.7 – 1.0] is a Good fit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dirty="0"/>
              <a:t>Conclusion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15973"/>
            <a:ext cx="6347714" cy="3880773"/>
          </a:xfrm>
        </p:spPr>
        <p:txBody>
          <a:bodyPr>
            <a:normAutofit/>
          </a:bodyPr>
          <a:lstStyle/>
          <a:p>
            <a:r>
              <a:rPr lang="en-IN" sz="2400" dirty="0"/>
              <a:t>Polynomial</a:t>
            </a:r>
            <a:r>
              <a:rPr sz="2400" dirty="0"/>
              <a:t> Regression helps predict website visitors</a:t>
            </a:r>
          </a:p>
          <a:p>
            <a:r>
              <a:rPr sz="2400" dirty="0"/>
              <a:t>Sessions influence visitor count</a:t>
            </a:r>
          </a:p>
          <a:p>
            <a:r>
              <a:rPr sz="2400" dirty="0"/>
              <a:t>Model can support website traffic analysis</a:t>
            </a:r>
          </a:p>
          <a:p>
            <a:r>
              <a:rPr lang="en-IN" sz="2400" dirty="0"/>
              <a:t>Us</a:t>
            </a:r>
            <a:r>
              <a:rPr sz="2400" dirty="0" err="1"/>
              <a:t>eful</a:t>
            </a:r>
            <a:r>
              <a:rPr sz="2400" dirty="0"/>
              <a:t> for business planning and marketing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252</Words>
  <Application>Microsoft Office PowerPoint</Application>
  <PresentationFormat>On-screen Show (4:3)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Trebuchet MS</vt:lpstr>
      <vt:lpstr>Wingdings 3</vt:lpstr>
      <vt:lpstr>Facet</vt:lpstr>
      <vt:lpstr>PowerPoint Presentation</vt:lpstr>
      <vt:lpstr>Project Objective</vt:lpstr>
      <vt:lpstr>Dataset Overview</vt:lpstr>
      <vt:lpstr>Dataset Columns</vt:lpstr>
      <vt:lpstr>Tools &amp; Technologies</vt:lpstr>
      <vt:lpstr>Linear Regression Visualization</vt:lpstr>
      <vt:lpstr>Polynomial Regression Visualization</vt:lpstr>
      <vt:lpstr>Exploratory Data Analysis</vt:lpstr>
      <vt:lpstr>Heat Map Visualization</vt:lpstr>
      <vt:lpstr>Model Building</vt:lpstr>
      <vt:lpstr>Model Prediction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Reddy</cp:lastModifiedBy>
  <cp:revision>7</cp:revision>
  <dcterms:created xsi:type="dcterms:W3CDTF">2013-01-27T09:14:16Z</dcterms:created>
  <dcterms:modified xsi:type="dcterms:W3CDTF">2026-03-16T06:42:27Z</dcterms:modified>
  <cp:category/>
</cp:coreProperties>
</file>